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0715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303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315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67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483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15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67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7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46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49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405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791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007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9441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5222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533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35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83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GUI Calculator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Manali Digambar Dalvi</a:t>
            </a:r>
            <a:endParaRPr dirty="0"/>
          </a:p>
          <a:p>
            <a:r>
              <a:rPr lang="en-IN" dirty="0"/>
              <a:t>Internship</a:t>
            </a:r>
            <a:endParaRPr dirty="0"/>
          </a:p>
          <a:p>
            <a:r>
              <a:rPr lang="en-IN" dirty="0" err="1"/>
              <a:t>Nexthikes</a:t>
            </a:r>
            <a:r>
              <a:rPr lang="en-IN" dirty="0"/>
              <a:t> IT Solutions</a:t>
            </a:r>
            <a:endParaRPr dirty="0"/>
          </a:p>
          <a:p>
            <a:r>
              <a:rPr lang="en-IN" dirty="0"/>
              <a:t>20/02/2026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2632" y="2617954"/>
            <a:ext cx="6798736" cy="344499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Python Calculator is a GUI-based application developed using the </a:t>
            </a:r>
            <a:r>
              <a:rPr lang="en-US" dirty="0" err="1"/>
              <a:t>Tkinter</a:t>
            </a:r>
            <a:r>
              <a:rPr lang="en-US" dirty="0"/>
              <a:t> library. </a:t>
            </a:r>
          </a:p>
          <a:p>
            <a:r>
              <a:rPr lang="en-US" dirty="0"/>
              <a:t>It performs basic arithmetic operations along with advanced functions like square and square root.</a:t>
            </a:r>
          </a:p>
          <a:p>
            <a:r>
              <a:rPr lang="en-US" dirty="0"/>
              <a:t> The project is built using Object-Oriented Programming (OOP) principles and demonstrates event-driven programming. </a:t>
            </a:r>
          </a:p>
          <a:p>
            <a:r>
              <a:rPr lang="en-US" dirty="0"/>
              <a:t>It features a structured grid layout, dual display system, and keyboard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Project 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AC331B5-B62F-1B48-D77B-9ADA2A23D9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6865" y="2292599"/>
            <a:ext cx="6611425" cy="338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develop a GUI-based calculator using Python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understand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Tkinter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layout management (grid system)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implement event handling and key binding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perform mathematical operations using eval()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apply Object-Oriented Programming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755606"/>
            <a:ext cx="6798736" cy="3444997"/>
          </a:xfrm>
        </p:spPr>
        <p:txBody>
          <a:bodyPr/>
          <a:lstStyle/>
          <a:p>
            <a:r>
              <a:rPr lang="en-IN" b="1" dirty="0" err="1"/>
              <a:t>Tkinter</a:t>
            </a:r>
            <a:r>
              <a:rPr lang="en-IN" dirty="0"/>
              <a:t> – For creating GUI components (buttons, labels, frames)</a:t>
            </a:r>
          </a:p>
          <a:p>
            <a:r>
              <a:rPr lang="en-IN" b="1" dirty="0"/>
              <a:t>Python Built-in eval() function</a:t>
            </a:r>
            <a:r>
              <a:rPr lang="en-IN" dirty="0"/>
              <a:t> – For evaluating mathematical expressions</a:t>
            </a:r>
          </a:p>
          <a:p>
            <a:r>
              <a:rPr lang="en-IN" b="1" dirty="0"/>
              <a:t>Unicode characters</a:t>
            </a:r>
            <a:r>
              <a:rPr lang="en-IN" dirty="0"/>
              <a:t> – For displaying mathematical symbols (√, ÷, x²)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Features of the Calculator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200" dirty="0"/>
              <a:t>Basic arithmetic operations (+, −, ×, ÷)</a:t>
            </a:r>
          </a:p>
          <a:p>
            <a:r>
              <a:rPr lang="en-IN" sz="2200" dirty="0"/>
              <a:t>Square (x²) function</a:t>
            </a:r>
          </a:p>
          <a:p>
            <a:r>
              <a:rPr lang="en-IN" sz="2200" dirty="0"/>
              <a:t>Square Root (√x) function</a:t>
            </a:r>
          </a:p>
          <a:p>
            <a:r>
              <a:rPr lang="en-US" sz="2200" dirty="0"/>
              <a:t>Clear (C) button to reset expressions</a:t>
            </a:r>
          </a:p>
          <a:p>
            <a:r>
              <a:rPr lang="en-IN" sz="2200" dirty="0"/>
              <a:t>Dual display (total expression &amp; current expression)</a:t>
            </a:r>
          </a:p>
          <a:p>
            <a:r>
              <a:rPr lang="en-IN" sz="2200" dirty="0"/>
              <a:t>Keyboard key binding support</a:t>
            </a:r>
          </a:p>
          <a:p>
            <a:r>
              <a:rPr lang="en-IN" sz="2200" dirty="0"/>
              <a:t>Error handling using try-except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Window size and layout</a:t>
            </a:r>
          </a:p>
          <a:p>
            <a:r>
              <a:rPr dirty="0"/>
              <a:t>Grid system for button placement</a:t>
            </a:r>
          </a:p>
          <a:p>
            <a:r>
              <a:rPr dirty="0"/>
              <a:t> Dual display labels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Class-based design</a:t>
            </a:r>
          </a:p>
          <a:p>
            <a:r>
              <a:rPr dirty="0"/>
              <a:t>Important methods overview</a:t>
            </a:r>
          </a:p>
          <a:p>
            <a:r>
              <a:rPr dirty="0"/>
              <a:t>Event handling and key binding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Working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dirty="0"/>
              <a:t>User input handling</a:t>
            </a:r>
          </a:p>
          <a:p>
            <a:r>
              <a:rPr dirty="0"/>
              <a:t> Expression formation</a:t>
            </a:r>
          </a:p>
          <a:p>
            <a:r>
              <a:rPr dirty="0"/>
              <a:t> Evaluation using eval()</a:t>
            </a:r>
          </a:p>
          <a:p>
            <a:r>
              <a:rPr dirty="0"/>
              <a:t> Displaying result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Unique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Dual expression display</a:t>
            </a:r>
          </a:p>
          <a:p>
            <a:r>
              <a:rPr lang="en-US" dirty="0"/>
              <a:t>Professional color theme</a:t>
            </a:r>
          </a:p>
          <a:p>
            <a:r>
              <a:rPr lang="en-US" dirty="0"/>
              <a:t> Responsive grid layout</a:t>
            </a:r>
          </a:p>
          <a:p>
            <a:r>
              <a:rPr lang="en-US" dirty="0"/>
              <a:t> OOP implementation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Lambda function handling</a:t>
            </a:r>
          </a:p>
          <a:p>
            <a:r>
              <a:rPr dirty="0"/>
              <a:t>Managing expressions correctly</a:t>
            </a:r>
          </a:p>
          <a:p>
            <a:r>
              <a:rPr dirty="0"/>
              <a:t>Debugging errors</a:t>
            </a:r>
          </a:p>
          <a:p>
            <a:r>
              <a:rPr dirty="0"/>
              <a:t>Unicode symbol display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  <a:r>
              <a:rPr dirty="0"/>
              <a:t>Scientific calculator functions</a:t>
            </a:r>
          </a:p>
          <a:p>
            <a:r>
              <a:rPr lang="en-IN" dirty="0"/>
              <a:t> </a:t>
            </a:r>
            <a:r>
              <a:rPr dirty="0"/>
              <a:t>Memory features</a:t>
            </a:r>
          </a:p>
          <a:p>
            <a:r>
              <a:rPr dirty="0"/>
              <a:t> History tracking</a:t>
            </a:r>
          </a:p>
          <a:p>
            <a:r>
              <a:rPr dirty="0"/>
              <a:t> Dark mode theme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 summary</a:t>
            </a:r>
          </a:p>
          <a:p>
            <a:r>
              <a:rPr dirty="0"/>
              <a:t>Skills gained</a:t>
            </a:r>
          </a:p>
          <a:p>
            <a:r>
              <a:rPr dirty="0"/>
              <a:t>Overall learning experience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 Documentation</a:t>
            </a:r>
          </a:p>
          <a:p>
            <a:r>
              <a:rPr dirty="0" err="1"/>
              <a:t>Tkinter</a:t>
            </a:r>
            <a:r>
              <a:rPr dirty="0"/>
              <a:t> Documentation</a:t>
            </a:r>
          </a:p>
          <a:p>
            <a:r>
              <a:rPr dirty="0"/>
              <a:t>Online tutorials and forums</a:t>
            </a:r>
            <a:endParaRPr lang="en-IN" dirty="0"/>
          </a:p>
          <a:p>
            <a:r>
              <a:rPr lang="en-IN" dirty="0"/>
              <a:t>Online Python programming resources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86</TotalTime>
  <Words>330</Words>
  <Application>Microsoft Office PowerPoint</Application>
  <PresentationFormat>On-screen Show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Garamond</vt:lpstr>
      <vt:lpstr>Organic</vt:lpstr>
      <vt:lpstr>Python GUI Calculator Project</vt:lpstr>
      <vt:lpstr>1. Introduction</vt:lpstr>
      <vt:lpstr>2. Project Objectives</vt:lpstr>
      <vt:lpstr>3. Technologies Used</vt:lpstr>
      <vt:lpstr>4. Features of the Calculator</vt:lpstr>
      <vt:lpstr>5. System Design</vt:lpstr>
      <vt:lpstr>6. Code Structure</vt:lpstr>
      <vt:lpstr>7. Working Process</vt:lpstr>
      <vt:lpstr>8. Unique Features</vt:lpstr>
      <vt:lpstr>9. Challenges Faced</vt:lpstr>
      <vt:lpstr>10. Future Enhancements</vt:lpstr>
      <vt:lpstr>11. Conclusion</vt:lpstr>
      <vt:lpstr>12.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Manali Dalvi</cp:lastModifiedBy>
  <cp:revision>4</cp:revision>
  <dcterms:created xsi:type="dcterms:W3CDTF">2013-01-27T09:14:16Z</dcterms:created>
  <dcterms:modified xsi:type="dcterms:W3CDTF">2026-02-20T16:42:48Z</dcterms:modified>
  <cp:category/>
</cp:coreProperties>
</file>